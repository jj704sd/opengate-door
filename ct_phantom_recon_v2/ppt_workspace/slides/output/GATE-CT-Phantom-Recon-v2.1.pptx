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蒙特卡洛 CT 体膜仿真与重建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角度扇形束扫描  /  自写 FBP 重建  /  v2 干净版本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项目版本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完成日期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工作流跑通 / 物理量待修正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ct_phantom_recon_v2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63624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文件结构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63624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仿真设计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重建算法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0253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66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066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数据产物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441448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66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2066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数据质量评估与问题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441448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2505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优化路线图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505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44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319272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GATE 蒙特卡洛工具包实现扇形束 CT 仿真与重建,验证完整工作流的可行性.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keV 单能 γ,多材质体膜,60 角度 6° 步长.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自写扇形束 FBP 重建,仅依赖 numpy,scipy,itk.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角度 GATE 扫描, ~10 分钟/全量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扇形束 FBP 重建 12×90×90 体数据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9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739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可视化输出齐全,工作流可重复执行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325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待解决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4032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几何缺陷,重建 μ 值偏低 3-8 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25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325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FBP 抗噪弱,中心放射条纹明显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371600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扫描角度数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  步长 6°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7830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每角度粒子数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14884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全量扫描耗时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分钟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51460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重建体数据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90 × 90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88036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物理列表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G4EmStandardPhysics_option4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461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进程模式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个独立子进程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6118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文件结构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源码与文档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ct_phantom_scan.py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扫描主脚本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ct_recon.py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扇形束 FBP 重建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_worker_one_angle.py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24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单角度子进程脚本(自动生成)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使用文档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OPTIMIZATION_PLAN.md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优化路线图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PROJECT_STATUS.md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95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现状与经验教训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目录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371600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463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1755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angle_000/  ...  angle_059/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0482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projection.mhd / .raw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23408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stats.txt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ct_sinogram_3d.mhd / .raw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926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ct_recon.mhd / .raw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218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ct_sinogram_overview.png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3511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ct_recon_slices.png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3803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ct_phantom_3d.png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仿真设计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体膜组成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水圆柱 (Tubs)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14173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80 mm,  L = 80 mm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 (G4_AIR)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8013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 mm,  X = +45 mm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854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1854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 (G4_LUNG_ICRP)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185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 mm,  60° 位置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94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5694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皮质骨 (G4_BONE_CORTICAL_ICRP)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25694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 mm,  120° 位置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98648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535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9535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PMMA (G4_PLEXIGLASS)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29535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 mm,  R = 25 mm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82696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33375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铝 (G4_Al)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88920" y="33375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8 mm,  R = 25 mm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66744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371600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463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1463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keV 单能 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17190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扇形束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1975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1975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231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2231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探测器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37760" y="2898648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990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2990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× 100 mm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246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0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× 12  (8 mm pitch)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3502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采集器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3502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FluenceActor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物理与角度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37760" y="4169664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261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物理列表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26480" y="4261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G4EmStandardPhysics_option4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37760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角度数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4517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 步长 6°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37760" y="4773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26480" y="4773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个独立子进程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重建算法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自写扇形束 FBP,仅依赖 numpy,scipy,itk.从 60 张投影到 12×90×90 三维体数据共 6 步.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读投影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张 mhd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30×12 像素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 sinogram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(60, 12, 30)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三维张量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+ 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-log(sino / I0)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中值 3×3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Ram-Lak 滤波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FFT × Hamming 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沿探测器列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加权反投影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(SAD / (Xr + SAD))²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扇形束补偿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1463040"/>
            <a:ext cx="1371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1920240"/>
            <a:ext cx="137160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输出体数据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352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90 × 90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3524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值 (mm⁻¹)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关键公式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对数反演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 = -log(sinogram / I0)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= sinogram.max()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滤波核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0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Ram-Lak × Hamming 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0040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保留高频边缘,抑制高频噪声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几何权重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(SAD / (Xr + SAD))²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4360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扇形束到平行束的等价修正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数据产物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754880" cy="3474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重建三视图 (轴向 / 冠状 / 矢状)</a:t>
            </a:r>
            <a:endParaRPr lang="en-US" sz="1200" dirty="0"/>
          </a:p>
        </p:txBody>
      </p:sp>
      <p:pic>
        <p:nvPicPr>
          <p:cNvPr id="6" name="Image 0" descr="D:\OpenGATE\ct_phantom_recon_v2\output\ct_recon_sl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448056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2976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output/ct_recon_slices.png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40680" y="1097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输出文件清单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40680" y="1371600"/>
            <a:ext cx="3246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0680" y="14630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原始投影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16916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angle_000/ ... angle_059/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40680" y="19202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张, 30×12 像素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40680" y="219456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0680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Sinogram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2468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ct_sinogram_3d.mhd / .raw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697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堆叠张量 60×12×30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297180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32461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ct_recon.mhd / .raw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0680" y="3474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12×90×90, μ 值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40680" y="374904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0680" y="3794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40680" y="4023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ct_phantom_3d.png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40680" y="42519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 vs 重建对比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40680" y="452628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数据质量评估与问题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当前数据质量评估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417320"/>
            <a:ext cx="21031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1645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12801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417320"/>
            <a:ext cx="146304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8229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估计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(max)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70 - 100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1737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2029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proj_log 范围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2029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[0.22, 2.30]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20299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[0.5, 1.5]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029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2029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需修正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322576"/>
            <a:ext cx="8229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322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 μ 范围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2322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[-0.004, 0.005]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23225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[0, 0.5]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3225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偏低 3-8 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水模区域 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2615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0" y="26151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2615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严重偏低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26151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 球 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94560" y="2907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不可辨识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29077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29077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2907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已知问题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估计错误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sinogram.max() 当作 I0,但已被衰减,需独立 air scan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二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FBP 抗噪弱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0040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Ram-Lak 放大高频噪声,60 角度欠采样,中心放射条纹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 方向分辨率低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层 × 8 mm = 96 mm 视野,冠状/矢状面马赛克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优化路线图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按性价比排序,数据级修正 → 算法升级 → 扫描配置升级.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79192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67919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数据级修正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5 - 10 分钟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重跑: air scan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修正 I0 估计 (独立 air scan, 5 min)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散射背景减除 (5 min)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033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绝对值提升 3-5 倍,接近理论水 μ(120 keV) ≈ 0.016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55264" y="1463040"/>
            <a:ext cx="2679192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55264" y="1463040"/>
            <a:ext cx="267919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55448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8144" y="175564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算法升级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38144" y="21945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38144" y="2377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30 - 60 分钟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38144" y="26517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重跑: 无需重跑扫描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38144" y="292608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FBP 替换为 SART 迭代重建 (30 min)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38144" y="33101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加 TV 全变差正则化 (30 min)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38144" y="365760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37033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38144" y="3913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中心放射条纹消失,结构对比度明显提升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53328" y="1463040"/>
            <a:ext cx="2679192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1463040"/>
            <a:ext cx="267919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55448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175564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扫描配置升级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36208" y="21945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36208" y="2377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小时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265176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重跑: 全量重跑 30 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36208" y="292608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N_ANGLES 由 60 增至 180 (2° 步长)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3101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像素 8 mm 改为 4 mm (24 层)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60273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配合 SART + TV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36208" y="3657600"/>
            <a:ext cx="231343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703320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3913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个插入物全部清晰可辨,完成度推向 85%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推荐路径: 阶段 1.1 + 阶段 2.1,合计 35 分钟,可将完成度从 60% 提升至 85%.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下一步行动  /  09  总结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修正几何:detector 移至 -X 200mm,1 个 angle 验证主束模式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0292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角度全跑,重建后核对 μ 值是否接近 0.016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50292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SART 迭代重建替代 FBP,30 分钟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0292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TV 正则化,30 分钟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50292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3291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扫描配置升级至 180 角度 + 4 mm 像素,30 分钟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371600"/>
            <a:ext cx="3749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角度 GATE 扫描 + 扇形束 FBP 重建,工作流端到端跑通,可视化齐全.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37744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已识别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三大问题:I0 估计错误,FBP 抗噪弱,Z 方向分辨率低.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33756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优先修正几何,再以 SART 替换 FBP;35 分钟投入可显著改善物理量.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2976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CT 体膜仿真与重建  ·  v2.1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CT Phantom Reconstruction v2.1</dc:title>
  <dc:subject>PptxGenJS Presentation</dc:subject>
  <dc:creator>GATE CT Project</dc:creator>
  <cp:lastModifiedBy>GATE CT Project</cp:lastModifiedBy>
  <cp:revision>1</cp:revision>
  <dcterms:created xsi:type="dcterms:W3CDTF">2026-06-17T15:09:24Z</dcterms:created>
  <dcterms:modified xsi:type="dcterms:W3CDTF">2026-06-17T15:09:24Z</dcterms:modified>
</cp:coreProperties>
</file>